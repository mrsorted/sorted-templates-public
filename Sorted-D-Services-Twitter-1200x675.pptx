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76250" y="762000"/>
            <a:ext cx="10477500" cy="2476500"/>
          </a:xfrm>
          <a:prstGeom prst="roundRect">
            <a:avLst>
              <a:gd name="adj" fmla="val 909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8650" y="876300"/>
            <a:ext cx="95250" cy="9525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1050" y="876300"/>
            <a:ext cx="95250" cy="9525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3450" y="876300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9200" y="8572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Courier New"/>
              </a:rPr>
              <a:t>sorted.agency/build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6250" y="1143000"/>
            <a:ext cx="104775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4850" y="1295400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const stack = [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295400"/>
            <a:ext cx="4572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264B"/>
                </a:solidFill>
                <a:latin typeface="Courier New"/>
              </a:rPr>
              <a:t>const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450" y="1505902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'Next.js', 'Shopify', 'React Native', 'SaaS',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850" y="1716405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];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850" y="2041207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264B"/>
                </a:solidFill>
                <a:latin typeface="Courier New"/>
              </a:rPr>
              <a:t>// kickoff -&gt;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" y="2251710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deploy('72 hours');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250" y="5057775"/>
            <a:ext cx="10477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From idea to live - 72 hours.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5762625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8C4D8"/>
                </a:solidFill>
                <a:latin typeface="DM Sans"/>
              </a:rPr>
              <a:t>We built FactoryOS, Spark and more. Next.js - Shopify - React Native - SaaS.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6250" y="7620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90-day growth roadmap.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66750" y="3143250"/>
            <a:ext cx="3333750" cy="476250"/>
          </a:xfrm>
          <a:prstGeom prst="line">
            <a:avLst/>
          </a:prstGeom>
          <a:ln w="317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00500" y="2667000"/>
            <a:ext cx="3333750" cy="476250"/>
          </a:xfrm>
          <a:prstGeom prst="line">
            <a:avLst/>
          </a:prstGeom>
          <a:ln w="317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334250" y="2286000"/>
            <a:ext cx="3429000" cy="381000"/>
          </a:xfrm>
          <a:prstGeom prst="line">
            <a:avLst/>
          </a:prstGeom>
          <a:ln w="317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3400" y="348615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0550" y="354330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67150" y="300990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24300" y="306705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00900" y="253365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58050" y="259080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29900" y="215265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87050" y="220980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76250" y="50958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6250" y="50958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650" y="52292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650" y="54197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Audit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24200" y="50958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24200" y="50958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76600" y="52292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6600" y="54197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Strategy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72150" y="50958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72150" y="50958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24550" y="52292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24550" y="54197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Deploy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20100" y="50958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20100" y="50958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72500" y="52292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72500" y="54197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810750" y="381000"/>
            <a:ext cx="962025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0750" y="3810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FOR AGENCIES</a:t>
            </a:r>
          </a:p>
        </p:txBody>
      </p:sp>
      <p:sp>
        <p:nvSpPr>
          <p:cNvPr id="36" name="Oval 35"/>
          <p:cNvSpPr/>
          <p:nvPr/>
        </p:nvSpPr>
        <p:spPr>
          <a:xfrm>
            <a:off x="1314450" y="28336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14450" y="28336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Your agency logo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47950" y="3119437"/>
            <a:ext cx="4572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4800" b="0" i="0">
                <a:solidFill>
                  <a:srgbClr val="8A94A6"/>
                </a:solidFill>
                <a:latin typeface="Bebas Neue"/>
              </a:rPr>
              <a:t>+</a:t>
            </a:r>
          </a:p>
        </p:txBody>
      </p:sp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2947987"/>
            <a:ext cx="914400" cy="914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29250" y="1544002"/>
            <a:ext cx="55245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8F7F4"/>
                </a:solidFill>
                <a:latin typeface="Bebas Neue"/>
              </a:rPr>
              <a:t>Your brand.</a:t>
            </a:r>
          </a:p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8F7F4"/>
                </a:solidFill>
                <a:latin typeface="Bebas Neue"/>
              </a:rPr>
              <a:t>Our execution.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0" y="307562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7850" y="307562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Performance Marketing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9250" y="332327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7850" y="332327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Klaviyo Flows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29250" y="357092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7850" y="357092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Creative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9250" y="381857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57850" y="381857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Peshwa Reporting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29250" y="406622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57850" y="406622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Dev + SaaS Build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9250" y="4790122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Full NDA - USD billing - US timezone.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6250" y="952500"/>
            <a:ext cx="10477500" cy="1475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8800" b="0" i="0" spc="-100">
                <a:solidFill>
                  <a:srgbClr val="E8264B"/>
                </a:solidFill>
                <a:latin typeface="Bebas Neue"/>
              </a:rPr>
              <a:t>We spend</a:t>
            </a:r>
          </a:p>
          <a:p>
            <a:pPr algn="l">
              <a:lnSpc>
                <a:spcPct val="88000"/>
              </a:lnSpc>
            </a:pPr>
            <a:r>
              <a:rPr sz="8800" b="0" i="0" spc="-100">
                <a:solidFill>
                  <a:srgbClr val="E8264B"/>
                </a:solidFill>
                <a:latin typeface="Bebas Neue"/>
              </a:rPr>
              <a:t>$30M+ in ads.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2561082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AI-optimised bidding. Human-led strategy.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" y="3132582"/>
            <a:ext cx="10477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ROAS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250" y="3323082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Industry avg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47800" y="3342132"/>
            <a:ext cx="8953500" cy="114300"/>
          </a:xfrm>
          <a:prstGeom prst="roundRect">
            <a:avLst>
              <a:gd name="adj" fmla="val 638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47800" y="3342132"/>
            <a:ext cx="4029075" cy="114300"/>
          </a:xfrm>
          <a:prstGeom prst="roundRect">
            <a:avLst>
              <a:gd name="adj" fmla="val 1418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3323082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8A94A6"/>
                </a:solidFill>
                <a:latin typeface="DM Sans"/>
              </a:rPr>
              <a:t>2.0x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3551682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Sorted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47800" y="3570732"/>
            <a:ext cx="8953500" cy="114300"/>
          </a:xfrm>
          <a:prstGeom prst="roundRect">
            <a:avLst>
              <a:gd name="adj" fmla="val 638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447800" y="3570732"/>
            <a:ext cx="8505825" cy="114300"/>
          </a:xfrm>
          <a:prstGeom prst="roundRect">
            <a:avLst>
              <a:gd name="adj" fmla="val 671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3551682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8264B"/>
                </a:solidFill>
                <a:latin typeface="DM Sans"/>
              </a:rPr>
              <a:t>4.5x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6250" y="5667375"/>
            <a:ext cx="38338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250" y="5667375"/>
            <a:ext cx="38338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UGC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5831" y="5667375"/>
            <a:ext cx="576262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5831" y="5667375"/>
            <a:ext cx="57626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STATIC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88293" y="5667375"/>
            <a:ext cx="511968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88293" y="5667375"/>
            <a:ext cx="511968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VIDEO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76462" y="5667375"/>
            <a:ext cx="70485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76462" y="56673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CAROUSEL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57512" y="5667375"/>
            <a:ext cx="70485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57512" y="56673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SHOP ADS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38562" y="5667375"/>
            <a:ext cx="89773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38562" y="5667375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RETARGETING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