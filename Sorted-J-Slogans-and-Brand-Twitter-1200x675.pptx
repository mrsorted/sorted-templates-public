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6429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pic>
        <p:nvPicPr>
          <p:cNvPr id="34" name="Picture 33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5591175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1500" y="0"/>
            <a:ext cx="10287000" cy="642937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88000"/>
              </a:lnSpc>
            </a:pPr>
            <a:r>
              <a:rPr sz="12000" b="0" i="0">
                <a:solidFill>
                  <a:srgbClr val="F8F7F4"/>
                </a:solidFill>
                <a:latin typeface="Bebas Neue"/>
              </a:rPr>
              <a:t>We build growth machines.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