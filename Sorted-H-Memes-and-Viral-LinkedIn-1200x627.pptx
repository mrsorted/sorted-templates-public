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5305425"/>
            <a:ext cx="285750" cy="2857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2014537"/>
            <a:ext cx="10287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000" b="0" i="0">
                <a:solidFill>
                  <a:srgbClr val="8A94A6"/>
                </a:solidFill>
                <a:latin typeface="Bebas Neue"/>
              </a:rPr>
              <a:t>We're not an agency.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1500" y="2328862"/>
            <a:ext cx="6286500" cy="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1500" y="2814637"/>
            <a:ext cx="10287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000" b="0" i="0">
                <a:solidFill>
                  <a:srgbClr val="E8264B"/>
                </a:solidFill>
                <a:latin typeface="Bebas Neue"/>
              </a:rPr>
              <a:t>We're your growth system.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3671887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B8C4D8"/>
                </a:solidFill>
                <a:latin typeface="DM Sans"/>
              </a:rPr>
              <a:t>Big difference.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