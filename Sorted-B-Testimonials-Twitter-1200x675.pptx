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33425" cy="1714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258300" y="457200"/>
            <a:ext cx="1347787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8300" y="457200"/>
            <a:ext cx="134778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CLIENT TESTIMONIAL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93345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70000"/>
              </a:lnSpc>
            </a:pPr>
            <a:r>
              <a:rPr sz="14000" b="0" i="0">
                <a:solidFill>
                  <a:srgbClr val="E8264B"/>
                </a:solidFill>
                <a:latin typeface="Bebas Neue"/>
              </a:rPr>
              <a:t>"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675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630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585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9540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247900"/>
            <a:ext cx="10515600" cy="24860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F8F7F4"/>
                </a:solidFill>
                <a:latin typeface="DM Sans"/>
              </a:rPr>
              <a:t>"They're incredibly ethical and go above and beyond to help you scale. One of the rare agencies that actually cares about your outcome."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5210175"/>
            <a:ext cx="105156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57200" y="5419725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19725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3950" y="5476875"/>
            <a:ext cx="927735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 spc="50">
                <a:solidFill>
                  <a:srgbClr val="F8F7F4"/>
                </a:solidFill>
                <a:latin typeface="Bebas Neue"/>
              </a:rPr>
              <a:t>Brandon Gil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3950" y="5686425"/>
            <a:ext cx="927735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President, Gil Ventures LLC</a:t>
            </a:r>
          </a:p>
        </p:txBody>
      </p:sp>
      <p:pic>
        <p:nvPicPr>
          <p:cNvPr id="48" name="Picture 4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551497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1000" y="381000"/>
            <a:ext cx="9525000" cy="438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 spc="50">
                <a:solidFill>
                  <a:srgbClr val="F8F7F4"/>
                </a:solidFill>
                <a:latin typeface="Bebas Neue"/>
              </a:rPr>
              <a:t>What Clients Say.</a:t>
            </a:r>
          </a:p>
        </p:txBody>
      </p:sp>
      <p:pic>
        <p:nvPicPr>
          <p:cNvPr id="34" name="Picture 3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457200"/>
            <a:ext cx="895350" cy="20955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3810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1000" y="952500"/>
            <a:ext cx="3441700" cy="5095875"/>
          </a:xfrm>
          <a:prstGeom prst="roundRect">
            <a:avLst>
              <a:gd name="adj" fmla="val 224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10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34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48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63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77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192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400" y="1295400"/>
            <a:ext cx="3136900" cy="3838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"Incredibly ethical. They actually care about your outcome."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3400" y="5400675"/>
            <a:ext cx="31369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33400" y="5476875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3400" y="547687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550" y="5495925"/>
            <a:ext cx="26987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Brandon Gil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550" y="5667375"/>
            <a:ext cx="26987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President, Gil Ventures LLC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415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994150" y="952500"/>
            <a:ext cx="3441700" cy="5095875"/>
          </a:xfrm>
          <a:prstGeom prst="roundRect">
            <a:avLst>
              <a:gd name="adj" fmla="val 224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9415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465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3180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894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609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8323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46550" y="1295400"/>
            <a:ext cx="3136900" cy="3838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"Revenue tripled in 6 months. Whole engine rebuilt."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46550" y="5400675"/>
            <a:ext cx="31369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146550" y="5476875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46550" y="547687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84700" y="5495925"/>
            <a:ext cx="26987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Avni Mehra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84700" y="5667375"/>
            <a:ext cx="26987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Founder, Leafmark Beauty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073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607300" y="952500"/>
            <a:ext cx="3441700" cy="5095875"/>
          </a:xfrm>
          <a:prstGeom prst="roundRect">
            <a:avLst>
              <a:gd name="adj" fmla="val 224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073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7597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311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026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2740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4455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59700" y="1295400"/>
            <a:ext cx="3136900" cy="3838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"They sell outcomes, not hours. 4.8× ROAS for 9 months."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759700" y="5400675"/>
            <a:ext cx="31369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759700" y="5476875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59700" y="547687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97850" y="5495925"/>
            <a:ext cx="26987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Dev Iyer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97850" y="5667375"/>
            <a:ext cx="26987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Founder, Rev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857250"/>
            <a:ext cx="11430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TRUSTED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1085850"/>
            <a:ext cx="11430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100+ D2C brands.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50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50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URC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59049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59049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MIT Sloan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560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560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WHO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7215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215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Rev Scale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7870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870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Surge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8525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525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EZ Melts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250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50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Homestead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59049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59049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TFC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6560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560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Teplo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7215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7215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Free Range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7870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870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Sent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8525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525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Explosive Whey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85725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CERTIFIED PARTNERS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1143000"/>
            <a:ext cx="1143000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The full D2C stack.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0" y="17907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Official agency partners across the full D2C stack.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500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500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Meta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7087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7087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81675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81675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Shopify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96262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6262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Klaviyo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500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500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AWS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67087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67087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Salesforce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81675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81675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Razorpay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96262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6262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Odoo</a:t>
            </a:r>
          </a:p>
        </p:txBody>
      </p:sp>
      <p:pic>
        <p:nvPicPr>
          <p:cNvPr id="53" name="Picture 5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7054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